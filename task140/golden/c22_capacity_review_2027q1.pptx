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Firm tenants</c:v>
                </c:pt>
              </c:strCache>
            </c:strRef>
          </c:tx>
          <c:spPr>
            <a:solidFill>
              <a:srgbClr val="8C9BB0"/>
            </a:solidFill>
          </c:spPr>
          <c:dLbls>
            <c:numFmt formatCode="#,##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2027 Q1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 services (cell-store 38,000, cell-ctl 2,000)</c:v>
                </c:pt>
              </c:strCache>
            </c:strRef>
          </c:tx>
          <c:spPr>
            <a:solidFill>
              <a:srgbClr val="E08E2B"/>
            </a:solidFill>
          </c:spPr>
          <c:dLbls>
            <c:numFmt formatCode="#,##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2027 Q1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Batch training guarantee</c:v>
                </c:pt>
              </c:strCache>
            </c:strRef>
          </c:tx>
          <c:spPr>
            <a:solidFill>
              <a:srgbClr val="1F4E79"/>
            </a:solidFill>
          </c:spPr>
          <c:dLbls>
            <c:numFmt formatCode="#,##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2027 Q1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109.0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t>Reservable cores (thousands)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2330"/>
                </a:solidFill>
                <a:latin typeface="Calibri"/>
              </a:defRPr>
            </a:pPr>
            <a:r>
              <a:t>C-22 in 2027 Q1: 109,000 cores guaranteed to batch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6270"/>
                </a:solidFill>
                <a:latin typeface="Calibri"/>
              </a:defRPr>
            </a:pPr>
            <a:r>
              <a:t>How the quarter's 726,624 reservable cores divide (5,220 machines x 96 x 1.45), to the nearest 1,000 cores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11155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98348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69494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How it is set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Firm tenants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577,000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eleven requests held to frozen budgets at EUR 7.42; three held below their requests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Platform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cell-store 38,000, which rises with the batch tier it serves, and cell-ctl 2,000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Batch training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largest whole thousand left once cell-store carries the batch tier's load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Not 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under 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left after the guarantee (CS-3 5.2)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270"/>
                </a:solidFill>
                <a:latin typeface="Calibri"/>
              </a:defRPr>
            </a:pPr>
            <a:r>
              <a:t>Sources: C-22 hardware plan rev. 11 December 2026; 2027 Q1 requests and budgets as frozen 27 November; MAD1 rate card from 1 January 2027; C-22 monitoring export to 13 December 2026 23:00 UTC. Compute Operations, MAD1, for the review of 15 December 2026 (CS-3).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C-22 capacity review 2027 Q1</dc:title>
  <dc:creator>Alejandro Baena</dc:creator>
  <cp:lastModifiedBy>Alejandro Baena</cp:lastModifiedBy>
  <dcterms:created xsi:type="dcterms:W3CDTF">2026-12-14T15:02:40Z</dcterms:created>
  <dcterms:modified xsi:type="dcterms:W3CDTF">2026-12-14T17:55:13Z</dcterms:modified>
</cp:coreProperties>
</file>