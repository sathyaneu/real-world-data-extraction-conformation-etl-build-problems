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10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F3F"/>
                </a:solidFill>
              </a:rPr>
              <a:t>2027 contribution to the Trust: $784,000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900000"/>
            <a:ext cx="110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6672"/>
                </a:solidFill>
              </a:rPr>
              <a:t>Recommended: the Participating Entities contribute $784,000 for 2027, the expected cost of the Claims that will be first made against the Trust in its first Plan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6443999"/>
            <a:ext cx="110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672"/>
                </a:solidFill>
              </a:rPr>
              <a:t>Corvane Health, Risk Management and Insurance  |  Trustees of the Corvane Professional Liability Trust, 10 November 2026  |  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00" y="1548000"/>
          <a:ext cx="10871997" cy="205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4000"/>
                <a:gridCol w="2015999"/>
                <a:gridCol w="2160000"/>
                <a:gridCol w="1655999"/>
                <a:gridCol w="2015999"/>
              </a:tblGrid>
              <a:tr h="341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Participating Entity</a:t>
                      </a:r>
                    </a:p>
                  </a:txBody>
                  <a:tcPr>
                    <a:solidFill>
                      <a:srgbClr val="1F2F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Joins the Trust</a:t>
                      </a:r>
                    </a:p>
                  </a:txBody>
                  <a:tcPr>
                    <a:solidFill>
                      <a:srgbClr val="1F2F3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Covered FTE-years, 2027</a:t>
                      </a:r>
                    </a:p>
                  </a:txBody>
                  <a:tcPr>
                    <a:solidFill>
                      <a:srgbClr val="1F2F3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F2F3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Expected cost ($)</a:t>
                      </a:r>
                    </a:p>
                  </a:txBody>
                  <a:tcPr>
                    <a:solidFill>
                      <a:srgbClr val="1F2F3F"/>
                    </a:solidFill>
                  </a:tcPr>
                </a:tc>
              </a:tr>
              <a:tr h="341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Tolliver Falls Hospital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1 January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100.2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227,000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1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Alderwick Medical Center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1 April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175.6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336,000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1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Corvane Medical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1 July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264.9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214,000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1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Brennick Community Hospital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F3F"/>
                          </a:solidFill>
                        </a:rPr>
                        <a:t>1 October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F3F"/>
                          </a:solidFill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0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F3F"/>
                          </a:solidFill>
                        </a:rPr>
                        <a:t>All entities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F3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2F3F"/>
                          </a:solidFill>
                        </a:rPr>
                        <a:t>555.8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2F3F"/>
                          </a:solidFill>
                        </a:rPr>
                        <a:t>11.5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2F3F"/>
                          </a:solidFill>
                        </a:rPr>
                        <a:t>784,000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00" y="3960000"/>
            <a:ext cx="1101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6672"/>
                </a:solidFill>
              </a:rPr>
              <a:t>Each entity joins on the day its occurrence policy expires, and the Trust is claims-made with each entity's Transition Date as its Retroactive Date: in 2027 it pays only for Claims made by 31 December from incidents after the entity joined.</a:t>
            </a:r>
          </a:p>
          <a:p>
            <a:r>
              <a:rPr sz="1200" b="0">
                <a:solidFill>
                  <a:srgbClr val="5A6672"/>
                </a:solidFill>
              </a:rPr>
              <a:t>In the System's 2017 to 2024 experience the Claims made within a few months of their incident settled small, and most of the cost sits in Claims made a year or more after it. Costed claim by claim on that experience, the first year is a fraction of a mature year's cost.</a:t>
            </a:r>
          </a:p>
          <a:p>
            <a:r>
              <a:rPr sz="1200" b="0">
                <a:solidFill>
                  <a:srgbClr val="5A6672"/>
                </a:solidFill>
              </a:rPr>
              <a:t>No provision for expenses, investment income, excess insurance or margin (funding policy 3.5).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10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F3F"/>
                </a:solidFill>
              </a:rPr>
              <a:t>The 2027 cost builds through the year as each entity joins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900000"/>
            <a:ext cx="110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6672"/>
                </a:solidFill>
              </a:rPr>
              <a:t>Expected cost of the Claims made against the Trust in each month of 2027, by entity, $000 at 2027 cost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6443999"/>
            <a:ext cx="110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672"/>
                </a:solidFill>
              </a:rPr>
              <a:t>Corvane Health, Risk Management and Insurance  |  Trustees of the Corvane Professional Liability Trust, 10 November 2026  |  2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000" y="1260000"/>
            <a:ext cx="9936000" cy="476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6083999"/>
            <a:ext cx="110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672"/>
                </a:solidFill>
              </a:rPr>
              <a:t>Source: risk management claims register valued 30 September 2026 (incidents 2017 to 2024, trended at 5.0% a year); clinician staffing plan 2027. Each entity counts from its Transition Date.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 contribution 2027</dc:title>
  <dc:creator>Nancy Holland</dc:creator>
  <cp:lastModifiedBy>Nancy Holland</cp:lastModifiedBy>
  <dcterms:created xsi:type="dcterms:W3CDTF">2026-10-13T16:22:05Z</dcterms:created>
  <dcterms:modified xsi:type="dcterms:W3CDTF">2026-10-14T01:10:47Z</dcterms:modified>
</cp:coreProperties>
</file>