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Second-pass hours November would take, by stream (productive hours)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Second-pass hours, November</c:v>
                </c:pt>
              </c:strCache>
            </c:strRef>
          </c:tx>
          <c:spPr>
            <a:solidFill>
              <a:srgbClr val="2F4A6D"/>
            </a:solidFill>
          </c:spPr>
          <c:cat>
            <c:strRef>
              <c:f>Sheet1!$A$2:$A$12</c:f>
              <c:strCache>
                <c:ptCount val="11"/>
                <c:pt idx="0">
                  <c:v>Brightmoor workers' comp (BMC-FROI)</c:v>
                </c:pt>
                <c:pt idx="1">
                  <c:v>Harbison pharmacy (HPB-UCF)</c:v>
                </c:pt>
                <c:pt idx="2">
                  <c:v>Northgate dental (NDS-DENT)</c:v>
                </c:pt>
                <c:pt idx="3">
                  <c:v>Kessington professional (KBA-PROF)</c:v>
                </c:pt>
                <c:pt idx="4">
                  <c:v>Kessington institutional (KBA-INST)</c:v>
                </c:pt>
                <c:pt idx="5">
                  <c:v>Coolabah income protection (CIP-IPCL)</c:v>
                </c:pt>
                <c:pt idx="6">
                  <c:v>Whinfell pet (WPC-PETC)</c:v>
                </c:pt>
                <c:pt idx="7">
                  <c:v>Wattlebird hospital (WBH-HOSP)</c:v>
                </c:pt>
                <c:pt idx="8">
                  <c:v>Thistlecombe motor (TCM-FNOL)</c:v>
                </c:pt>
                <c:pt idx="9">
                  <c:v>Hollings &amp; Pryce typed (HPY-TYPD)</c:v>
                </c:pt>
                <c:pt idx="10">
                  <c:v>Wattlebird extras (WBH-EXTR)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348</c:v>
                </c:pt>
                <c:pt idx="1">
                  <c:v>589</c:v>
                </c:pt>
                <c:pt idx="2">
                  <c:v>771</c:v>
                </c:pt>
                <c:pt idx="3">
                  <c:v>882</c:v>
                </c:pt>
                <c:pt idx="4">
                  <c:v>985</c:v>
                </c:pt>
                <c:pt idx="5">
                  <c:v>1139</c:v>
                </c:pt>
                <c:pt idx="6">
                  <c:v>1731</c:v>
                </c:pt>
                <c:pt idx="7">
                  <c:v>2035</c:v>
                </c:pt>
                <c:pt idx="8">
                  <c:v>2217</c:v>
                </c:pt>
                <c:pt idx="9">
                  <c:v>2526</c:v>
                </c:pt>
                <c:pt idx="10">
                  <c:v>3097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20040"/>
            <a:ext cx="11430000" cy="822960"/>
          </a:xfrm>
        </p:spPr>
        <p:txBody>
          <a:bodyPr/>
          <a:lstStyle/>
          <a:p>
            <a:pPr algn="l"/>
            <a:r>
              <a:rPr sz="2600" b="1"/>
              <a:t>Wattlebird extras would take the most second-pass hours in November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325880"/>
          <a:ext cx="113385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Hours if the stream were on second pass for the whole month: plan documents times September minutes per document for the form family.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pass, November 2026</dc:title>
  <dc:subject/>
  <dc:creator>Dipta Mukhopadhyay</dc:creator>
  <cp:keywords/>
  <dc:description/>
  <cp:lastModifiedBy>Dipta Mukhopadhyay</cp:lastModifiedBy>
  <cp:revision>3</cp:revision>
  <dcterms:created xsi:type="dcterms:W3CDTF">2026-10-28T05:40:00Z</dcterms:created>
  <dcterms:modified xsi:type="dcterms:W3CDTF">2026-10-29T09:20:00Z</dcterms:modified>
  <cp:category/>
</cp:coreProperties>
</file>