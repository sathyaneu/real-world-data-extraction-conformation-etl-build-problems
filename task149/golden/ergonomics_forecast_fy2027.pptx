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Recordable cases</c:v>
                </c:pt>
              </c:strCache>
            </c:strRef>
          </c:tx>
          <c:spPr>
            <a:solidFill>
              <a:srgbClr val="7F8C9E"/>
            </a:solidFill>
          </c:spPr>
          <c:dPt>
            <c:idx val="5"/>
            <c:spPr>
              <a:solidFill>
                <a:srgbClr val="C0502E"/>
              </a:solidFill>
            </c:spPr>
          </c:dPt>
          <c:cat>
            <c:strRef>
              <c:f>Sheet1!$A$2:$A$7</c:f>
              <c:strCache>
                <c:ptCount val="6"/>
                <c:pt idx="0">
                  <c:v>FY2021</c:v>
                </c:pt>
                <c:pt idx="1">
                  <c:v>FY2022</c:v>
                </c:pt>
                <c:pt idx="2">
                  <c:v>FY2023</c:v>
                </c:pt>
                <c:pt idx="3">
                  <c:v>FY2024</c:v>
                </c:pt>
                <c:pt idx="4">
                  <c:v>FY2025</c:v>
                </c:pt>
                <c:pt idx="5">
                  <c:v>FY2027 forecast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609</c:v>
                </c:pt>
                <c:pt idx="1">
                  <c:v>623</c:v>
                </c:pt>
                <c:pt idx="2">
                  <c:v>637</c:v>
                </c:pt>
                <c:pt idx="3">
                  <c:v>588</c:v>
                </c:pt>
                <c:pt idx="4">
                  <c:v>661</c:v>
                </c:pt>
                <c:pt idx="5">
                  <c:v>1000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4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200" b="0"/>
                </a:pPr>
                <a:r>
                  <a:t>Recordable cases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4"/>
                </a:solidFill>
              </a:defRPr>
            </a:pPr>
            <a:r>
              <a:t>FY2027 forecast: about 1,000 recordable cases at the twenty ergonomics program DCs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r>
              <a:t>Up from 661 in FY2025: the operating plan moves the new accounts' heavier freight through hours worked about 9% faster against the engineered standards than the latest twelve months, and each DC's recordable rate per hour rises with its pace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828800"/>
          <a:ext cx="1069848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1264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Recordable cases on the twenty DCs' OSHA 300 Logs by fiscal year of the date of injury (FY2022 had 53 weeks). Forecast: expected cases with a date of injury in fiscal 2027 on the FY2027 operating plan v3, nearest hundred. Safety Analytics, 11/04/2026.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FY2027 ergonomics program forecast</dc:title>
  <dc:subject/>
  <dc:creator>Jesse Delgado</dc:creator>
  <cp:keywords/>
  <dc:description/>
  <cp:lastModifiedBy>Jesse Delgado</cp:lastModifiedBy>
  <cp:revision>3</cp:revision>
  <dcterms:created xsi:type="dcterms:W3CDTF">2026-11-04T16:38:00Z</dcterms:created>
  <dcterms:modified xsi:type="dcterms:W3CDTF">2026-11-04T16:38:00Z</dcterms:modified>
  <cp:category/>
</cp:coreProperties>
</file>