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Six of the 12 zones' published 2027 infection shares carry the misclassification flag: their IgM shares stand for under two thirds of the residents infected since January</a:t>
            </a:r>
          </a:p>
          <a:p>
            <a:r>
              <a:rPr sz="1100"/>
              <a:t>Flagged (M): IV Melmangalam (5.7% published, 17.0% estimated), V Vadakkupatti (9.3% published, 18.7% estimated), VII Velliyanur (4.4% published, 11.9% estimated), VIII Chinnakulam (4.7% published, 15.5% estimated), IX Periyamalai (6.7% published, 20.1% estimated), XI Sengalur (7.4% published, 13.8% estimated). The other zones' values stand within the tolerance.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11247120" cy="46193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636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Source: 2027 household serosurvey (SERO-D1, bulletin 52/2027); IgM ELISA lot verification, Department of Microbiology, NGMC; city dengue line list, 8 January 2028. Flag M under SOP-EPI-07. City Epidemiology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636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Neithalpuram City Municipal Corporation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SERO-D1 misclassification flags, 2027</dc:title>
  <dc:creator>Vedika Varghese</dc:creator>
  <cp:lastModifiedBy>Vedika Varghese</cp:lastModifiedBy>
  <cp:revision>1</cp:revision>
  <dcterms:created xsi:type="dcterms:W3CDTF">2028-01-12T06:02:00Z</dcterms:created>
  <dcterms:modified xsi:type="dcterms:W3CDTF">2028-01-12T10:15:00Z</dcterms:modified>
</cp:coreProperties>
</file>