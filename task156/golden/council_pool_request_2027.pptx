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329"/>
                </a:solidFill>
                <a:latin typeface="Calibri"/>
              </a:defRPr>
            </a:pPr>
            <a:r>
              <a:t>Request 32 paid moderator FTE for 2027</a:t>
            </a:r>
          </a:p>
          <a:p>
            <a:pPr>
              <a:spcBef>
                <a:spcPts val="800"/>
              </a:spcBef>
              <a:defRPr sz="1800" b="0">
                <a:solidFill>
                  <a:srgbClr val="52514E"/>
                </a:solidFill>
                <a:latin typeface="Calibri"/>
              </a:defRPr>
            </a:pPr>
            <a:r>
              <a:t>6 FTE above finance's 2027 envelope of 26 FTE (27 FTE funded for 2026)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783080"/>
          <a:ext cx="4206240" cy="37216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1188720"/>
              </a:tblGrid>
              <a:tr h="33832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Site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2027 need (FTE)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Frontend &amp; Web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Mobile Apps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Data &amp; 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Databases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Infrastructure &amp; DevOps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Game Development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Embedded &amp; Hardware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Scientific Computing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0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Request</a:t>
                      </a:r>
                    </a:p>
                  </a:txBody>
                  <a:tcPr>
                    <a:solidFill>
                      <a:srgbClr val="EEF0F3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1F2329"/>
                          </a:solidFill>
                          <a:latin typeface="Calibri"/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EEF0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257800" y="1737360"/>
            <a:ext cx="6400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F2329"/>
                </a:solidFill>
                <a:latin typeface="Calibri"/>
              </a:defRPr>
            </a:pPr>
            <a:r>
              <a:t>Why the need rises</a:t>
            </a:r>
          </a:p>
          <a:p>
            <a:pPr>
              <a:spcBef>
                <a:spcPts val="800"/>
              </a:spcBef>
              <a:defRPr sz="1400" b="0">
                <a:solidFill>
                  <a:srgbClr val="1F2329"/>
                </a:solidFill>
                <a:latin typeface="Calibri"/>
              </a:defRPr>
            </a:pPr>
            <a:r>
              <a:t>Every community review item goes to the volunteer reviewers first and reaches the paid team only when no volunteer has reviewed it in 72 hours. A reviewer clears about 40 items a month when the inbox outruns the pool.</a:t>
            </a:r>
          </a:p>
          <a:p>
            <a:pPr>
              <a:spcBef>
                <a:spcPts val="800"/>
              </a:spcBef>
              <a:defRPr sz="1400" b="0">
                <a:solidFill>
                  <a:srgbClr val="1F2329"/>
                </a:solidFill>
                <a:latin typeface="Calibri"/>
              </a:defRPr>
            </a:pPr>
            <a:r>
              <a:t>Review access has been by invitation only since 1 September 2026, so the pools only shrink. The newest reviewers leave fastest (about 9 per cent a month in their first year, under one per cent from their fourth): the 10,607 reviewers active in September 2026 average about 8,800 a month in 2027.</a:t>
            </a:r>
          </a:p>
          <a:p>
            <a:pPr>
              <a:spcBef>
                <a:spcPts val="800"/>
              </a:spcBef>
              <a:defRPr sz="1400" b="0">
                <a:solidFill>
                  <a:srgbClr val="1F2329"/>
                </a:solidFill>
                <a:latin typeface="Calibri"/>
              </a:defRPr>
            </a:pPr>
            <a:r>
              <a:t>Data &amp; ML, Databases, Infrastructure &amp; DevOps and Game Development, which have sent the paid team almost nothing since January 2024, run short of reviewers from October 2026. Security, Embedded &amp; Hardware and Scientific Computing are short already; Frontend &amp; Web and Mobile Apps stay covered.</a:t>
            </a:r>
          </a:p>
          <a:p>
            <a:pPr>
              <a:spcBef>
                <a:spcPts val="800"/>
              </a:spcBef>
              <a:defRPr sz="1400" b="0">
                <a:solidFill>
                  <a:srgbClr val="1F2329"/>
                </a:solidFill>
                <a:latin typeface="Calibri"/>
              </a:defRPr>
            </a:pPr>
            <a:r>
              <a:t>Priced at the 2027 standards (close votes at 2.0 minutes, down from 5.0), the nine sites need 32 FTE.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7044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52514E"/>
                </a:solidFill>
                <a:latin typeface="Calibri"/>
              </a:defRPr>
            </a:pPr>
            <a:r>
              <a:t>Need as the council charter defines it (section 4), on the 2027 question plan of 18 September 2026; one FTE is 1,600 hours. Data through 30 September 2026, pulled 8 October 2026. Workings: moderation_pool_2027.xlsx.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52514E"/>
                </a:solidFill>
                <a:latin typeface="Calibri"/>
              </a:defRPr>
            </a:pPr>
            <a:r>
              <a:t>Millrind moderation operations  |  2027 paid moderation pool request  |  October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2514E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329"/>
                </a:solidFill>
                <a:latin typeface="Calibri"/>
              </a:defRPr>
            </a:pPr>
            <a:r>
              <a:t>2027 needs 32 FTE of paid review hours against an envelope of 26</a:t>
            </a:r>
          </a:p>
          <a:p>
            <a:pPr>
              <a:spcBef>
                <a:spcPts val="800"/>
              </a:spcBef>
              <a:defRPr sz="1400" b="0">
                <a:solidFill>
                  <a:srgbClr val="52514E"/>
                </a:solidFill>
                <a:latin typeface="Calibri"/>
              </a:defRPr>
            </a:pPr>
            <a:r>
              <a:t>Paid review hours a month by site, at the handle-time standards in force (close votes at 2.0 minutes from January 2027, 5.0 before). The rise through 2027 is volunteer cover running out on more sites.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11155680" cy="46302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>
                <a:solidFill>
                  <a:srgbClr val="52514E"/>
                </a:solidFill>
                <a:latin typeface="Calibri"/>
              </a:defRPr>
            </a:pPr>
            <a:r>
              <a:t>Moderator flags handled and community items reaching the paid team. Actual to September 2026; forecast from October 2026 on the question plan and each site's reviewer pool. Monthly figures: moderation_pool_2027.xlsx, Monthly hours.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52514E"/>
                </a:solidFill>
                <a:latin typeface="Calibri"/>
              </a:defRPr>
            </a:pPr>
            <a:r>
              <a:t>Millrind moderation operations  |  2027 paid moderation pool request  |  October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0">
                <a:solidFill>
                  <a:srgbClr val="52514E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 paid moderation pool request</dc:title>
  <dc:creator>Moderation Operations</dc:creator>
  <cp:lastModifiedBy>Moderation Operations</cp:lastModifiedBy>
  <dcterms:created xsi:type="dcterms:W3CDTF">2026-10-13T14:10:00Z</dcterms:created>
  <dcterms:modified xsi:type="dcterms:W3CDTF">2026-10-14T20:36:00Z</dcterms:modified>
</cp:coreProperties>
</file>