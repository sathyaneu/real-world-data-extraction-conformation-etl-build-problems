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9"/>
                </a:solidFill>
                <a:latin typeface="Calibri"/>
              </a:defRPr>
            </a:pPr>
            <a:r>
              <a:t>Request 35 paid moderator FTE for 2027</a:t>
            </a:r>
          </a:p>
          <a:p>
            <a:pPr>
              <a:spcBef>
                <a:spcPts val="800"/>
              </a:spcBef>
              <a:defRPr sz="1800" b="0">
                <a:solidFill>
                  <a:srgbClr val="52514E"/>
                </a:solidFill>
                <a:latin typeface="Calibri"/>
              </a:defRPr>
            </a:pPr>
            <a:r>
              <a:t>9 FTE above finance's 2027 envelope of 26 FTE (27 FTE funded for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83080"/>
          <a:ext cx="4206240" cy="37216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1188720"/>
              </a:tblGrid>
              <a:tr h="3383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>
                    <a:solidFill>
                      <a:srgbClr val="3B4A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2027 need (FTE)</a:t>
                      </a:r>
                    </a:p>
                  </a:txBody>
                  <a:tcPr>
                    <a:solidFill>
                      <a:srgbClr val="3B4A6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Frontend &amp;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Mobile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Data &amp;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Databases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Infrastructure &amp;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Game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Embedded &amp;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Scientific Computing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Request</a:t>
                      </a:r>
                    </a:p>
                  </a:txBody>
                  <a:tcPr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1F2329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57800" y="17373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2329"/>
                </a:solidFill>
                <a:latin typeface="Calibri"/>
              </a:defRPr>
            </a:pPr>
            <a:r>
              <a:t>Why the need rises</a:t>
            </a:r>
          </a:p>
          <a:p>
            <a:pPr>
              <a:spcBef>
                <a:spcPts val="800"/>
              </a:spcBef>
              <a:defRPr sz="1400" b="0">
                <a:solidFill>
                  <a:srgbClr val="1F2329"/>
                </a:solidFill>
                <a:latin typeface="Calibri"/>
              </a:defRPr>
            </a:pPr>
            <a:r>
              <a:t>Every community review item goes to the volunteer reviewers first and reaches the paid team only when no volunteer has reviewed it in 72 hours. A reviewer clears about 40 items a month when the inbox outruns the pool.</a:t>
            </a:r>
          </a:p>
          <a:p>
            <a:pPr>
              <a:spcBef>
                <a:spcPts val="800"/>
              </a:spcBef>
              <a:defRPr sz="1400" b="0">
                <a:solidFill>
                  <a:srgbClr val="1F2329"/>
                </a:solidFill>
                <a:latin typeface="Calibri"/>
              </a:defRPr>
            </a:pPr>
            <a:r>
              <a:t>Each site's pool loses about 2 per cent of its reviewers a month, and almost no member has been granted review access since late 2024 (2,871 new reviewers in 2024, 70 since).</a:t>
            </a:r>
          </a:p>
          <a:p>
            <a:pPr>
              <a:spcBef>
                <a:spcPts val="800"/>
              </a:spcBef>
              <a:defRPr sz="1400" b="0">
                <a:solidFill>
                  <a:srgbClr val="1F2329"/>
                </a:solidFill>
                <a:latin typeface="Calibri"/>
              </a:defRPr>
            </a:pPr>
            <a:r>
              <a:t>Data &amp; ML, Databases, Infrastructure &amp; DevOps and Game Development, which have sent the paid team almost nothing since January 2024, run short of reviewers from October 2026. Security, Embedded &amp; Hardware and Scientific Computing are short already; Frontend &amp; Web and Mobile Apps stay covered.</a:t>
            </a:r>
          </a:p>
          <a:p>
            <a:pPr>
              <a:spcBef>
                <a:spcPts val="800"/>
              </a:spcBef>
              <a:defRPr sz="1400" b="0">
                <a:solidFill>
                  <a:srgbClr val="1F2329"/>
                </a:solidFill>
                <a:latin typeface="Calibri"/>
              </a:defRPr>
            </a:pPr>
            <a:r>
              <a:t>Priced at the 2027 standards (close votes at 2.0 minutes, down from 5.0), the nine sites need 35 FTE.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2514E"/>
                </a:solidFill>
                <a:latin typeface="Calibri"/>
              </a:defRPr>
            </a:pPr>
            <a:r>
              <a:t>Need as the council charter defines it (section 4), on the 2027 question plan of 18 September 2026; one FTE is 1,600 hours. Data through 30 September 2026, pulled 8 October 2026. Workings: moderation_pool_2027.xlsx.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52514E"/>
                </a:solidFill>
                <a:latin typeface="Calibri"/>
              </a:defRPr>
            </a:pPr>
            <a:r>
              <a:t>Millrind moderation operations  |  2027 paid moderation pool request  |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2514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329"/>
                </a:solidFill>
                <a:latin typeface="Calibri"/>
              </a:defRPr>
            </a:pPr>
            <a:r>
              <a:t>2027 needs 35 FTE of paid review hours against an envelope of 26</a:t>
            </a:r>
          </a:p>
          <a:p>
            <a:pPr>
              <a:spcBef>
                <a:spcPts val="800"/>
              </a:spcBef>
              <a:defRPr sz="1400" b="0">
                <a:solidFill>
                  <a:srgbClr val="52514E"/>
                </a:solidFill>
                <a:latin typeface="Calibri"/>
              </a:defRPr>
            </a:pPr>
            <a:r>
              <a:t>Paid review hours a month by site, at the handle-time standards in force (close votes at 2.0 minutes from January 2027, 5.0 before). The rise through 2027 is volunteer cover running out on more sites.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6302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2514E"/>
                </a:solidFill>
                <a:latin typeface="Calibri"/>
              </a:defRPr>
            </a:pPr>
            <a:r>
              <a:t>Moderator flags handled and community items reaching the paid team. Actual to September 2026; forecast from October 2026 on the question plan and each site's reviewer pool. Monthly figures: moderation_pool_2027.xlsx, Monthly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52514E"/>
                </a:solidFill>
                <a:latin typeface="Calibri"/>
              </a:defRPr>
            </a:pPr>
            <a:r>
              <a:t>Millrind moderation operations  |  2027 paid moderation pool request  |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2514E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 paid moderation pool request</dc:title>
  <dc:creator>Moderation Operations</dc:creator>
  <cp:lastModifiedBy>Moderation Operations</cp:lastModifiedBy>
  <dcterms:created xsi:type="dcterms:W3CDTF">2026-10-13T14:10:00Z</dcterms:created>
  <dcterms:modified xsi:type="dcterms:W3CDTF">2026-10-14T20:36:00Z</dcterms:modified>
</cp:coreProperties>
</file>