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Annual benefit, 2028 AM and PM peak hours re-assigned on each build network (thousand vehicle-hours a year)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Vehicle-hours saved a year (thousands)</c:v>
                </c:pt>
              </c:strCache>
            </c:strRef>
          </c:tx>
          <c:spPr>
            <a:solidFill>
              <a:srgbClr val="A9B1B9"/>
            </a:solidFill>
          </c:spPr>
          <c:dPt>
            <c:idx val="3"/>
            <c:spPr>
              <a:solidFill>
                <a:srgbClr val="1D5C7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0"/>
                      <a:t>37,000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0"/>
                      <a:t>126,000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0"/>
                      <a:t>159,000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/>
                      <a:t>323,000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Ferry Street exit ramp</c:v>
                </c:pt>
                <c:pt idx="1">
                  <c:v>Southport signals and turn lanes</c:v>
                </c:pt>
                <c:pt idx="2">
                  <c:v>Route 9 auxiliary lane</c:v>
                </c:pt>
                <c:pt idx="3">
                  <c:v>Center Street Bridge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37.0</c:v>
                </c:pt>
                <c:pt idx="1">
                  <c:v>126.0</c:v>
                </c:pt>
                <c:pt idx="2">
                  <c:v>159.0</c:v>
                </c:pt>
                <c:pt idx="3">
                  <c:v>323.0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0.0"/>
          <c:min val="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274320"/>
            <a:ext cx="11338560" cy="868680"/>
          </a:xfrm>
        </p:spPr>
        <p:txBody>
          <a:bodyPr/>
          <a:lstStyle/>
          <a:p>
            <a:pPr algn="l"/>
            <a:r>
              <a:rPr sz="2500" b="1"/>
              <a:t>Put the Center Street Bridge widening forward: about 323,000 vehicle-hours a year saved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234440"/>
          <a:ext cx="72237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09560" y="1325880"/>
            <a:ext cx="3886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Center Street saves 323,000 vehicle-hours a year, 8,300 for each million dollars of its USD 38.9 million cost.</a:t>
            </a:r>
          </a:p>
          <a:p/>
          <a:p>
            <a:r>
              <a:rPr sz="1300" b="0"/>
              <a:t>The Route 9 auxiliary lane is next at 159,000 (3,400 per million). Re-timed at today's loaded volumes it looks like the biggest saver, but once the 2028 trips re-route, the extra lane at Millbrook only delivers more traffic to the Route 9 bridge, which then sets the queue, and the new Center Street lane draws trips off Route 9 as well.</a:t>
            </a:r>
          </a:p>
          <a:p/>
          <a:p>
            <a:r>
              <a:rPr sz="1300" b="0"/>
              <a:t>Southport signals and turn lanes: 126,000 (4,900 per million). Ferry Street exit ramp: 37,000 (2,100 per million).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6B6B"/>
                </a:solidFill>
              </a:rPr>
              <a:t>TDM v4.2 subarea network and 2028 trip tables, user equilibrium to a relative gap below 0.000001. Annual benefit per the TIP scoring guidance: peak-hour savings times 247 weekdays times 2.9. Travel Forecasting Program, 23 October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FY2028 TIP congestion-relief slot: executive brief</dc:title>
  <dc:subject/>
  <dc:creator>MAMPO</dc:creator>
  <cp:keywords/>
  <dc:description/>
  <cp:lastModifiedBy>MAMPO</cp:lastModifiedBy>
  <cp:revision>6</cp:revision>
  <dcterms:created xsi:type="dcterms:W3CDTF">2026-10-21T15:10:00Z</dcterms:created>
  <dcterms:modified xsi:type="dcterms:W3CDTF">2026-10-23T11:42:00Z</dcterms:modified>
  <cp:category/>
</cp:coreProperties>
</file>