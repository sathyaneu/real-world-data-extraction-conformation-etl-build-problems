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From Linate</c:v>
                </c:pt>
              </c:strCache>
            </c:strRef>
          </c:tx>
          <c:spPr>
            <a:solidFill>
              <a:srgbClr val="1F3A5F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Catania</c:v>
                </c:pt>
                <c:pt idx="1">
                  <c:v>Palermo</c:v>
                </c:pt>
                <c:pt idx="2">
                  <c:v>Napoli</c:v>
                </c:pt>
                <c:pt idx="3">
                  <c:v>Bari</c:v>
                </c:pt>
                <c:pt idx="4">
                  <c:v>Brindisi</c:v>
                </c:pt>
                <c:pt idx="5">
                  <c:v>Lamezia Terme</c:v>
                </c:pt>
                <c:pt idx="6">
                  <c:v>Reggio Calabria</c:v>
                </c:pt>
                <c:pt idx="7">
                  <c:v>Cagliari</c:v>
                </c:pt>
                <c:pt idx="8">
                  <c:v>Trapani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4760</c:v>
                </c:pt>
                <c:pt idx="1">
                  <c:v>4173</c:v>
                </c:pt>
                <c:pt idx="2">
                  <c:v>2349</c:v>
                </c:pt>
                <c:pt idx="3">
                  <c:v>2731</c:v>
                </c:pt>
                <c:pt idx="4">
                  <c:v>2959</c:v>
                </c:pt>
                <c:pt idx="5">
                  <c:v>2644</c:v>
                </c:pt>
                <c:pt idx="6">
                  <c:v>1609</c:v>
                </c:pt>
                <c:pt idx="7">
                  <c:v>2902</c:v>
                </c:pt>
                <c:pt idx="8">
                  <c:v>1661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 Linate</c:v>
                </c:pt>
              </c:strCache>
            </c:strRef>
          </c:tx>
          <c:spPr>
            <a:solidFill>
              <a:srgbClr val="8FA9C8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Catania</c:v>
                </c:pt>
                <c:pt idx="1">
                  <c:v>Palermo</c:v>
                </c:pt>
                <c:pt idx="2">
                  <c:v>Napoli</c:v>
                </c:pt>
                <c:pt idx="3">
                  <c:v>Bari</c:v>
                </c:pt>
                <c:pt idx="4">
                  <c:v>Brindisi</c:v>
                </c:pt>
                <c:pt idx="5">
                  <c:v>Lamezia Terme</c:v>
                </c:pt>
                <c:pt idx="6">
                  <c:v>Reggio Calabria</c:v>
                </c:pt>
                <c:pt idx="7">
                  <c:v>Cagliari</c:v>
                </c:pt>
                <c:pt idx="8">
                  <c:v>Trapani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4374</c:v>
                </c:pt>
                <c:pt idx="1">
                  <c:v>4063</c:v>
                </c:pt>
                <c:pt idx="2">
                  <c:v>2264</c:v>
                </c:pt>
                <c:pt idx="3">
                  <c:v>2676</c:v>
                </c:pt>
                <c:pt idx="4">
                  <c:v>2749</c:v>
                </c:pt>
                <c:pt idx="5">
                  <c:v>2554</c:v>
                </c:pt>
                <c:pt idx="6">
                  <c:v>1711</c:v>
                </c:pt>
                <c:pt idx="7">
                  <c:v>2737</c:v>
                </c:pt>
                <c:pt idx="8">
                  <c:v>1716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Passengers turned away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Summer 2025: Catania and Palermo turned away the most passengers once their flights were full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Passengers turned away from summer 2025 departures because the flight was full, by route and direction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Source: booking engines' refusals log (website, app, contact centre, agency feed), requests logged at or after the departure sold out (RM sell-out time). Network Planning, 12/12/2025.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263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2025 passengers turned away</dc:title>
  <dc:subject/>
  <dc:creator>Network Planning</dc:creator>
  <cp:keywords/>
  <dc:description/>
  <cp:lastModifiedBy>Network Planning</cp:lastModifiedBy>
  <cp:revision>1</cp:revision>
  <dcterms:created xsi:type="dcterms:W3CDTF">2025-12-12T11:52:00Z</dcterms:created>
  <dcterms:modified xsi:type="dcterms:W3CDTF">2025-12-12T11:52:00Z</dcterms:modified>
  <cp:category/>
</cp:coreProperties>
</file>